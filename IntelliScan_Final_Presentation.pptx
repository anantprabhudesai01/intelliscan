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IntelliScan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8D2E1"/>
                </a:solidFill>
                <a:latin typeface="Calibri"/>
              </a:rPr>
              <a:t>AI-Powered Business Card Scanner &amp; Intelligent CRM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0690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2E1"/>
                </a:solidFill>
                <a:latin typeface="Calibri"/>
              </a:defRPr>
            </a:pPr>
            <a:r>
              <a:t>Submitted by: Anant Prabhudesai (245300694048)</a:t>
            </a:r>
          </a:p>
          <a:p>
            <a:pPr>
              <a:defRPr sz="1800">
                <a:solidFill>
                  <a:srgbClr val="C8D2E1"/>
                </a:solidFill>
                <a:latin typeface="Calibri"/>
              </a:defRPr>
            </a:pPr>
            <a:r>
              <a:t>Internal Guide: Prof. Nil Gosai | SVIT, Vasad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01  Introduction and Industry Context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02  Overview of the Platform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03  Core Platform Features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04  Workflow of the System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05  Tools &amp; Technology Used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06  System Design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07  Development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08  Agile Documentation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09  Proposed Enhancements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0C4FF"/>
                </a:solidFill>
                <a:latin typeface="Calibri"/>
              </a:rPr>
              <a:t>Introduction &amp;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Introduction &amp; 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B2B networking still begins in the physical world (events, meetings, conferences).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Manual CRM entry causes delays, errors, and lost opportunities.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Sales teams need instant capture + deduplication + routing + follow-ups in one workflow.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LLM + Vision OCR enables accurate extraction and demographic inference at scan-time.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About IntelliScan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Enterprise-grade web platform for end-to-end lead capture and pipeline execution.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AI card scanning with OCR + Gemini Vision to extract text and infer missing demographics.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Shared workspace (Rolodex + Kanban pipeline) to prevent double-outreach.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Email marketing hub for AI-authored follow-ups and scheduled drip sequences.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Public networking tools (public profile + calendar links) to convert leads into meetings.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0C4FF"/>
                </a:solidFill>
                <a:latin typeface="Calibri"/>
              </a:rPr>
              <a:t>Core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Core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AI Card Scanning &amp; Deduction Engine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Multimodal extraction (image → structured contact)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Industry/Seniority inference to enrich lead profiles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Shared Rolodex &amp; CRM Pipeline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Workspace-wide contact store with deduplication alerts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Kanban-style pipeline tracking and stage progression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Email Marketing Hub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AI Composer for personalized follow-ups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Drip sequences + engagement telemetry (opens/clicks)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Public Networking Tools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Public profile (digital business card)</a:t>
            </a:r>
          </a:p>
          <a:p>
            <a:pPr lvl="1">
              <a:defRPr sz="2000">
                <a:solidFill>
                  <a:srgbClr val="C8D2E1"/>
                </a:solidFill>
                <a:latin typeface="Calibri"/>
              </a:defRPr>
            </a:pPr>
            <a:r>
              <a:t>Calendar booking links for frictionless scheduling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Scan / Upload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Camera or file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8288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AI Extract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OCR + structured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Infer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Industry &amp; seniority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Deduplicate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Workspace match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Route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Assign to rep /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2004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Manage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Kanban stages &amp;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2004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Compose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AI email drafting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3200400"/>
            <a:ext cx="2743200" cy="1051560"/>
          </a:xfrm>
          <a:prstGeom prst="roundRect">
            <a:avLst/>
          </a:prstGeom>
          <a:solidFill>
            <a:srgbClr val="0C2142"/>
          </a:solidFill>
          <a:ln>
            <a:solidFill>
              <a:srgbClr val="4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  <a:latin typeface="Calibri"/>
              </a:rPr>
              <a:t>Schedule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Automated sequences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Tools &amp; Technologies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584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AI Integration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Dev &amp; Testing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React (Vite)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Node.js + Express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Google Gemini Pro Vision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Git + Postman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Tailwind CSS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REST APIs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Relational schema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OCR + demographic inference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npm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0C4FF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Target Users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Enterprise Sales Teams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Event Marketing / HR Recruitment Teams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Executive Networking Professionals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RBAC roles: Super Admin, Enterprise Admin, Workspace Member, Anonymous (Public Profile)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Use Case Diagram (Entire System + Sales)</a:t>
            </a:r>
          </a:p>
        </p:txBody>
      </p:sp>
      <p:pic>
        <p:nvPicPr>
          <p:cNvPr id="4" name="Picture 3" descr="p017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Use Case Diagram (Enterprise Admin + Super Admin)</a:t>
            </a:r>
          </a:p>
        </p:txBody>
      </p:sp>
      <p:pic>
        <p:nvPicPr>
          <p:cNvPr id="4" name="Picture 3" descr="p018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Activity Diagram (Public Booking / Calendar Flow)</a:t>
            </a:r>
          </a:p>
        </p:txBody>
      </p:sp>
      <p:pic>
        <p:nvPicPr>
          <p:cNvPr id="4" name="Picture 3" descr="p021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Sequence Diagram (Business Card AI Vision Pipeline)</a:t>
            </a:r>
          </a:p>
        </p:txBody>
      </p:sp>
      <p:pic>
        <p:nvPicPr>
          <p:cNvPr id="4" name="Picture 3" descr="p026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Class Diagram (Authentication &amp; Context Pipeline)</a:t>
            </a:r>
          </a:p>
        </p:txBody>
      </p:sp>
      <p:pic>
        <p:nvPicPr>
          <p:cNvPr id="4" name="Picture 3" descr="p029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Data Dictionary (Key Tables)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584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Primary Purpose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Constraints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Workspaces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Tenant/company context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workspace_id, company_name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NN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quota_scans, max_users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Authentication + RBAC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user_id, workspace_id, email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FK, UQ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password_hash, is_active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Data Dictionary (Leads &amp; Scans)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584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Primary Purpose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Constraints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Contacts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Lead record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contact_id, workspace_id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pipeline_stage, confidence_score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Scanned_Images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Raw image &amp; OCR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image_id, contact_id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raw_ocr_json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Data Dictionary (Automation)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1887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Primary Purpose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Constraints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Campaign grouping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event_id, workspace_id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custom_qr_url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Email_Campaign_Nodes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Email queue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campaign_id, target_contact_id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delivery_status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Calendar_Bookings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Public scheduling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booking_id, host_user_id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PK, FK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start/end blocks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0C4FF"/>
                </a:solidFill>
                <a:latin typeface="Calibri"/>
              </a:rP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(UI Screens)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Landing / Login Screen</a:t>
            </a:r>
          </a:p>
        </p:txBody>
      </p:sp>
      <p:pic>
        <p:nvPicPr>
          <p:cNvPr id="4" name="Picture 3" descr="p048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Login + Sign Up</a:t>
            </a:r>
          </a:p>
        </p:txBody>
      </p:sp>
      <p:pic>
        <p:nvPicPr>
          <p:cNvPr id="4" name="Picture 3" descr="p049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Scanning Page + Leaderboard</a:t>
            </a:r>
          </a:p>
        </p:txBody>
      </p:sp>
      <p:pic>
        <p:nvPicPr>
          <p:cNvPr id="4" name="Picture 3" descr="p050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AI Coach + System Super Admin</a:t>
            </a:r>
          </a:p>
        </p:txBody>
      </p:sp>
      <p:pic>
        <p:nvPicPr>
          <p:cNvPr id="4" name="Picture 3" descr="p051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Organization + System Health</a:t>
            </a:r>
          </a:p>
        </p:txBody>
      </p:sp>
      <p:pic>
        <p:nvPicPr>
          <p:cNvPr id="4" name="Picture 3" descr="p052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Incident Center + Feedback</a:t>
            </a:r>
          </a:p>
        </p:txBody>
      </p:sp>
      <p:pic>
        <p:nvPicPr>
          <p:cNvPr id="4" name="Picture 3" descr="p053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Engine Performance</a:t>
            </a:r>
          </a:p>
        </p:txBody>
      </p:sp>
      <p:pic>
        <p:nvPicPr>
          <p:cNvPr id="4" name="Picture 3" descr="p054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Integrations + Versioning</a:t>
            </a:r>
          </a:p>
        </p:txBody>
      </p:sp>
      <p:pic>
        <p:nvPicPr>
          <p:cNvPr id="4" name="Picture 3" descr="p055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UI Screenshot: Calendar</a:t>
            </a:r>
          </a:p>
        </p:txBody>
      </p:sp>
      <p:pic>
        <p:nvPicPr>
          <p:cNvPr id="4" name="Picture 3" descr="p056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28" y="1417320"/>
            <a:ext cx="3719464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0C4FF"/>
                </a:solidFill>
                <a:latin typeface="Calibri"/>
              </a:rPr>
              <a:t>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Agile Project Charter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Project Title: IntelliScan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Duration: 02/01/2026 – 30/04/2026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Deliverables: AI Scanner, CRM Pipeline, AI Email Sequences, Event/Kiosk Module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Risks: API rate limits/latency, complex React state, low-quality images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Assumptions: stable internet, SMTP credentials available, adequate server resources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Agile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Q1 (02/01–16/01): Requirements + architecture + React/Node setup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Q2 (19/01–30/01): DB schema + JWT auth + multi-tenancy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Q3 (02/02–13/02): Gemini Vision integration (single &amp; batch scanning)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Q4 (16/02–27/02): CRM pipeline + semantic search + export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Q5 (02/03–13/03): Email marketing hub + automation engine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Q6 (16/03–27/03): Calendar + kiosk mode + enterprise theme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Q7 (30/03–10/04): Testing + performance + deployment configs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Q8 (13/04–30/04): Final documentation + submission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Agile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Release: v1.0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Goals: architect an enterprise-grade AI SaaS and optimize heavy data workflows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Core tasks: React state management, Gemini APIs, SQLite backend, integration testing, UI/UX rollout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Success criteria: all modules integrated; documentation clarity; OCR accuracy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User Stories (Core Modules)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AI Scanning Module: image → mapped CRM fields automatically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CRM Data Pipeline: repository + smart semantic search + exports (CSV/vCard)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Automated AI Sequences: personalized follow-ups based on inferred context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Event &amp; Kiosk Module: bulk lead capture during events + assignment to campaigns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Sprint Backlog (Completed Highlights)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1: requirement analysis, React setup, DB schema + UI prototypes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2: JWT auth + multi-tenancy; backend routing logic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3: Gemini Vision integration + scanning endpoint UI wiring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4: CRM pipeline + filtering; semantic search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5: AI email sequences; responsive CRM tables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6: calendar + kiosk mode; enterprise UI theme rollout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Sprint 7: integration/system testing; academic documentation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Earned Value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Planned Hours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Actual Hours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Earned Value</a:t>
                      </a:r>
                    </a:p>
                  </a:txBody>
                  <a:tcPr>
                    <a:solidFill>
                      <a:srgbClr val="142E5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1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3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4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336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5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6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7.9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Sprint 7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>
                    <a:solidFill>
                      <a:srgbClr val="0C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Proposed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Secure connectors to external CRMs (Salesforce/HubSpot/SAP) with scoped permissions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Advanced routing rules and scoring (industry + seniority + engagement)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Improved batch processing and image-quality feedback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Workspace collaboration improvements (audit logs, mentions, shared notes)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Scaling to very large datasets (indexing + background jobs)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IntelliScan bridges physical networking and digital sales execution.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Unifies scanning, CRM pipeline, and automated follow-ups in one workspace.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Reduces manual effort, speeds outreach, and prevents duplicate contact collisions.</a:t>
            </a:r>
          </a:p>
          <a:p>
            <a:pPr>
              <a:defRPr sz="2400">
                <a:solidFill>
                  <a:srgbClr val="C8D2E1"/>
                </a:solidFill>
                <a:latin typeface="Calibri"/>
              </a:defRPr>
            </a:pPr>
            <a:r>
              <a:t>Built with modern full-stack tools and Gemini Vision-powered intelligence extraction.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4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8D2E1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