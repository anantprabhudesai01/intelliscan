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IntelliScan: AI-Powered Business Card Scanning &amp; CRM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Major Project Presentation</a:t>
            </a:r>
          </a:p>
          <a:p>
            <a:r>
              <a:t>MCA Semester 4</a:t>
            </a:r>
          </a:p>
          <a:p>
            <a:r>
              <a:t>April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Project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Team Members: [Fill Names]</a:t>
            </a:r>
          </a:p>
          <a:p>
            <a:pPr>
              <a:defRPr sz="2400"/>
            </a:pPr>
            <a:r>
              <a:t>Enrollment Numbers: [Fill Enrollment Nos.]</a:t>
            </a:r>
          </a:p>
          <a:p>
            <a:pPr>
              <a:defRPr sz="2400"/>
            </a:pPr>
            <a:r>
              <a:t>Guide: Prof. Khushbu Patel</a:t>
            </a:r>
          </a:p>
          <a:p>
            <a:pPr>
              <a:defRPr sz="2400"/>
            </a:pPr>
            <a:r>
              <a:t>Presentation Date: April 4,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1. Introduction &amp; Existing System Analysis</a:t>
            </a:r>
          </a:p>
          <a:p>
            <a:pPr>
              <a:defRPr sz="2400"/>
            </a:pPr>
            <a:r>
              <a:t>2. Need for the New System</a:t>
            </a:r>
          </a:p>
          <a:p>
            <a:pPr>
              <a:defRPr sz="2400"/>
            </a:pPr>
            <a:r>
              <a:t>3. Problem Definition &amp; Objectives</a:t>
            </a:r>
          </a:p>
          <a:p>
            <a:pPr>
              <a:defRPr sz="2400"/>
            </a:pPr>
            <a:r>
              <a:t>4. System Scope &amp; Features</a:t>
            </a:r>
          </a:p>
          <a:p>
            <a:pPr>
              <a:defRPr sz="2400"/>
            </a:pPr>
            <a:r>
              <a:t>5. Technology Stack</a:t>
            </a:r>
          </a:p>
          <a:p>
            <a:pPr>
              <a:defRPr sz="2400"/>
            </a:pPr>
            <a:r>
              <a:t>6. System Architecture</a:t>
            </a:r>
          </a:p>
          <a:p>
            <a:pPr>
              <a:defRPr sz="2400"/>
            </a:pPr>
            <a:r>
              <a:t>7. Database Design</a:t>
            </a:r>
          </a:p>
          <a:p>
            <a:pPr>
              <a:defRPr sz="2400"/>
            </a:pPr>
            <a:r>
              <a:t>8. Implementation &amp; Demo</a:t>
            </a:r>
          </a:p>
          <a:p>
            <a:pPr>
              <a:defRPr sz="2400"/>
            </a:pPr>
            <a:r>
              <a:t>9. Testing &amp; Future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Existing 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Manual data entry into spreadsheets/CRMs (slow &amp; error-prone)</a:t>
            </a:r>
          </a:p>
          <a:p>
            <a:pPr>
              <a:defRPr sz="2400"/>
            </a:pPr>
            <a:r>
              <a:t>Physical storage of business cards (risk of loss, no search capability)</a:t>
            </a:r>
          </a:p>
          <a:p>
            <a:pPr>
              <a:defRPr sz="2400"/>
            </a:pPr>
            <a:r>
              <a:t>Fragmented tools - contacts, emails, notes, events not connected</a:t>
            </a:r>
          </a:p>
          <a:p>
            <a:pPr>
              <a:defRPr sz="2400"/>
            </a:pPr>
            <a:r>
              <a:t>Weak follow-up hygiene - leads go stale due to lack of automation</a:t>
            </a:r>
          </a:p>
          <a:p>
            <a:pPr>
              <a:defRPr sz="2400"/>
            </a:pPr>
            <a:r>
              <a:t>No enterprise collaboration features for team-based CRM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Need for the New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Instant digitization - AI OCR converts cards to structured data</a:t>
            </a:r>
          </a:p>
          <a:p>
            <a:pPr>
              <a:defRPr sz="2400"/>
            </a:pPr>
            <a:r>
              <a:t>Centralized CRM with search, edit, export, and event tagging</a:t>
            </a:r>
          </a:p>
          <a:p>
            <a:pPr>
              <a:defRPr sz="2400"/>
            </a:pPr>
            <a:r>
              <a:t>Enterprise workflows - workspace collaboration, data deduplication</a:t>
            </a:r>
          </a:p>
          <a:p>
            <a:pPr>
              <a:defRPr sz="2400"/>
            </a:pPr>
            <a:r>
              <a:t>Automated follow-up - AI drafts, email marketing, calendar booking</a:t>
            </a:r>
          </a:p>
          <a:p>
            <a:pPr>
              <a:defRPr sz="2400"/>
            </a:pPr>
            <a:r>
              <a:t>Tiered billing system (Razorpay) for different user levels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Problem Definition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Problem: Networking leakage occurs when valuable business leads are lost because:</a:t>
            </a:r>
          </a:p>
          <a:p>
            <a:pPr>
              <a:defRPr sz="2000"/>
            </a:pPr>
            <a:r>
              <a:t>• Business card capture is slow and error-prone</a:t>
            </a:r>
          </a:p>
          <a:p>
            <a:pPr>
              <a:defRPr sz="2000"/>
            </a:pPr>
            <a:r>
              <a:t>• Physical cards are difficult to organize and search</a:t>
            </a:r>
          </a:p>
          <a:p>
            <a:pPr>
              <a:defRPr sz="2000"/>
            </a:pPr>
            <a:r>
              <a:t>• Follow-up processes are inconsistent and manual</a:t>
            </a:r>
          </a:p>
          <a:p>
            <a:pPr>
              <a:defRPr sz="2000"/>
            </a:pPr>
            <a:r>
              <a:t>• Enterprise teams lack collaborative CRM tools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Objectives:</a:t>
            </a:r>
          </a:p>
          <a:p>
            <a:pPr>
              <a:defRPr sz="2000"/>
            </a:pPr>
            <a:r>
              <a:t>• Build AI-powered single and multi-card scanners</a:t>
            </a:r>
          </a:p>
          <a:p>
            <a:pPr>
              <a:defRPr sz="2000"/>
            </a:pPr>
            <a:r>
              <a:t>• Create centralized CRM with role-based access control</a:t>
            </a:r>
          </a:p>
          <a:p>
            <a:pPr>
              <a:defRPr sz="2000"/>
            </a:pPr>
            <a:r>
              <a:t>• Implement automated follow-up workflows</a:t>
            </a:r>
          </a:p>
          <a:p>
            <a:pPr>
              <a:defRPr sz="2000"/>
            </a:pPr>
            <a:r>
              <a:t>• Provide enterprise data governance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System Scope - Implemented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✓ Authentication &amp; Session Management</a:t>
            </a:r>
          </a:p>
          <a:p>
            <a:pPr>
              <a:defRPr sz="2400"/>
            </a:pPr>
            <a:r>
              <a:t>✓ Single Card AI Scan (Gemini → OpenAI → Tesseract fallback)</a:t>
            </a:r>
          </a:p>
          <a:p>
            <a:pPr>
              <a:defRPr sz="2400"/>
            </a:pPr>
            <a:r>
              <a:t>✓ Group Photo Multi-Card Scan (Enterprise)</a:t>
            </a:r>
          </a:p>
          <a:p>
            <a:pPr>
              <a:defRPr sz="2400"/>
            </a:pPr>
            <a:r>
              <a:t>✓ Contacts CRM (Search, Edit, Export, Deal Scoring)</a:t>
            </a:r>
          </a:p>
          <a:p>
            <a:pPr>
              <a:defRPr sz="2400"/>
            </a:pPr>
            <a:r>
              <a:t>✓ Events &amp; Campaigns Management</a:t>
            </a:r>
          </a:p>
          <a:p>
            <a:pPr>
              <a:defRPr sz="2400"/>
            </a:pPr>
            <a:r>
              <a:t>✓ AI Drafts &amp; Networking Coach</a:t>
            </a:r>
          </a:p>
          <a:p>
            <a:pPr>
              <a:defRPr sz="2400"/>
            </a:pPr>
            <a:r>
              <a:t>✓ Email Marketing (Templates, Lists, Campaigns)</a:t>
            </a:r>
          </a:p>
          <a:p>
            <a:pPr>
              <a:defRPr sz="2400"/>
            </a:pPr>
            <a:r>
              <a:t>✓ Calendar &amp; Booking Links</a:t>
            </a:r>
          </a:p>
          <a:p>
            <a:pPr>
              <a:defRPr sz="2400"/>
            </a:pPr>
            <a:r>
              <a:t>✓ Data Quality Center (Deduplication/Merge)</a:t>
            </a:r>
          </a:p>
          <a:p>
            <a:pPr>
              <a:defRPr sz="2400"/>
            </a:pPr>
            <a:r>
              <a:t>✓ Compliance Policies &amp; Audit Logs</a:t>
            </a:r>
          </a:p>
          <a:p>
            <a:pPr>
              <a:defRPr sz="2400"/>
            </a:pPr>
            <a:r>
              <a:t>✓ Third-party Integrations (Webhooks, CRM Mapping)</a:t>
            </a:r>
          </a:p>
          <a:p>
            <a:pPr>
              <a:defRPr sz="2400"/>
            </a:pPr>
            <a:r>
              <a:t>✓ Billing &amp; Plan Upgrades (Razorpay)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Frontend (React SPA)</a:t>
            </a:r>
          </a:p>
          <a:p>
            <a:pPr>
              <a:defRPr sz="1800"/>
            </a:pPr>
            <a:r>
              <a:t>• React 18 (Vite build tool)</a:t>
            </a:r>
          </a:p>
          <a:p>
            <a:pPr>
              <a:defRPr sz="1800"/>
            </a:pPr>
            <a:r>
              <a:t>• Tailwind CSS (Utility-first styling)</a:t>
            </a:r>
          </a:p>
          <a:p>
            <a:pPr>
              <a:defRPr sz="1800"/>
            </a:pPr>
            <a:r>
              <a:t>• React Router (Client-side routing)</a:t>
            </a:r>
          </a:p>
          <a:p>
            <a:pPr>
              <a:defRPr sz="1800"/>
            </a:pPr>
            <a:r>
              <a:t>• Axios (HTTP client)</a:t>
            </a:r>
          </a:p>
          <a:p>
            <a:pPr>
              <a:defRPr sz="1800"/>
            </a:pPr>
            <a:r>
              <a:t>• Lucide React (Icons)</a:t>
            </a:r>
          </a:p>
          <a:p>
            <a:pPr>
              <a:defRPr sz="1800"/>
            </a:pPr>
            <a:r>
              <a:t>• Context API (State management)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Backend (Express API)</a:t>
            </a:r>
          </a:p>
          <a:p>
            <a:pPr>
              <a:defRPr sz="1800"/>
            </a:pPr>
            <a:r>
              <a:t>• Node.js + Express.js</a:t>
            </a:r>
          </a:p>
          <a:p>
            <a:pPr>
              <a:defRPr sz="1800"/>
            </a:pPr>
            <a:r>
              <a:t>• SQLite3 (Database)</a:t>
            </a:r>
          </a:p>
          <a:p>
            <a:pPr>
              <a:defRPr sz="1800"/>
            </a:pPr>
            <a:r>
              <a:t>• Socket.IO (Real-time features)</a:t>
            </a:r>
          </a:p>
          <a:p>
            <a:pPr>
              <a:defRPr sz="1800"/>
            </a:pPr>
            <a:r>
              <a:t>• JWT (Authentication)</a:t>
            </a:r>
          </a:p>
          <a:p>
            <a:pPr>
              <a:defRPr sz="1800"/>
            </a:pPr>
            <a:r>
              <a:t>• bcryptjs (Password hashing)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AI &amp; Third-Party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Google Gemini 1.5/2.0 Flash (Primary AI vision)</a:t>
            </a:r>
          </a:p>
          <a:p>
            <a:pPr>
              <a:defRPr sz="2400"/>
            </a:pPr>
            <a:r>
              <a:t>OpenAI GPT (Fallback text/vision processing)</a:t>
            </a:r>
          </a:p>
          <a:p>
            <a:pPr>
              <a:defRPr sz="2400"/>
            </a:pPr>
            <a:r>
              <a:t>Tesseract.js (Offline OCR fallback)</a:t>
            </a:r>
          </a:p>
          <a:p>
            <a:pPr>
              <a:defRPr sz="2400"/>
            </a:pPr>
            <a:r>
              <a:t>Razorpay (Payment processing)</a:t>
            </a:r>
          </a:p>
          <a:p>
            <a:pPr>
              <a:defRPr sz="2400"/>
            </a:pPr>
            <a:r>
              <a:t>Nodemailer (SMTP email sending)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Frontend (intelliscan-app):</a:t>
            </a:r>
          </a:p>
          <a:p>
            <a:pPr>
              <a:defRPr sz="2000"/>
            </a:pPr>
            <a:r>
              <a:t>• React SPA with Vite build system</a:t>
            </a:r>
          </a:p>
          <a:p>
            <a:pPr>
              <a:defRPr sz="2000"/>
            </a:pPr>
            <a:r>
              <a:t>• Component-based architecture with layouts</a:t>
            </a:r>
          </a:p>
          <a:p>
            <a:pPr>
              <a:defRPr sz="2000"/>
            </a:pPr>
            <a:r>
              <a:t>• Context providers for auth, contacts, batch queue</a:t>
            </a:r>
          </a:p>
          <a:p>
            <a:pPr>
              <a:defRPr sz="2000"/>
            </a:pPr>
            <a:r>
              <a:t>• Responsive design with Tailwind CSS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Backend (intelliscan-server):</a:t>
            </a:r>
          </a:p>
          <a:p>
            <a:pPr>
              <a:defRPr sz="2000"/>
            </a:pPr>
            <a:r>
              <a:t>• Express.js REST API with middleware</a:t>
            </a:r>
          </a:p>
          <a:p>
            <a:pPr>
              <a:defRPr sz="2000"/>
            </a:pPr>
            <a:r>
              <a:t>• SQLite relational database</a:t>
            </a:r>
          </a:p>
          <a:p>
            <a:pPr>
              <a:defRPr sz="2000"/>
            </a:pPr>
            <a:r>
              <a:t>• JWT authentication with role-based access</a:t>
            </a:r>
          </a:p>
          <a:p>
            <a:pPr>
              <a:defRPr sz="2000"/>
            </a:pPr>
            <a:r>
              <a:t>• Socket.IO for real-time collaboration</a:t>
            </a:r>
          </a:p>
          <a:p>
            <a:pPr>
              <a:defRPr sz="2000"/>
            </a:pPr>
            <a:r>
              <a:t>• Unified AI extraction pipeline with fallbacks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User Roles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Anonymous/Public: Landing page, pricing, public analytics</a:t>
            </a:r>
          </a:p>
          <a:p>
            <a:pPr>
              <a:defRPr sz="2400"/>
            </a:pPr>
            <a:r>
              <a:t>Personal User (Free/Pro): Single scans, basic CRM, AI drafts</a:t>
            </a:r>
          </a:p>
          <a:p>
            <a:pPr>
              <a:defRPr sz="2400"/>
            </a:pPr>
            <a:r>
              <a:t>Enterprise User: Multi-card scans, email marketing, calendar</a:t>
            </a:r>
          </a:p>
          <a:p>
            <a:pPr>
              <a:defRPr sz="2400"/>
            </a:pPr>
            <a:r>
              <a:t>Enterprise Admin: Data policies, integrations, team management</a:t>
            </a:r>
          </a:p>
          <a:p>
            <a:pPr>
              <a:defRPr sz="2400"/>
            </a:pPr>
            <a:r>
              <a:t>Super Admin: Platform monitoring, model tuning, incident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Database Schema (SQLite)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users: id, email, password, role, tier, created_at</a:t>
            </a:r>
          </a:p>
          <a:p>
            <a:pPr>
              <a:defRPr sz="2400"/>
            </a:pPr>
            <a:r>
              <a:t>user_quotas: user_id, overall_limit, used_count, group_scans_limit, group_scans_used</a:t>
            </a:r>
          </a:p>
          <a:p>
            <a:pPr>
              <a:defRPr sz="2400"/>
            </a:pPr>
            <a:r>
              <a:t>contacts: id, user_id, json_data, deal_score, scan_date, event_id</a:t>
            </a:r>
          </a:p>
          <a:p>
            <a:pPr>
              <a:defRPr sz="2400"/>
            </a:pPr>
            <a:r>
              <a:t>events: id, user_id, name, description, created_at</a:t>
            </a:r>
          </a:p>
          <a:p>
            <a:pPr>
              <a:defRPr sz="2400"/>
            </a:pPr>
            <a:r>
              <a:t>ai_drafts: id, contact_id, draft_type, content, created_at</a:t>
            </a:r>
          </a:p>
          <a:p>
            <a:pPr>
              <a:defRPr sz="2400"/>
            </a:pPr>
            <a:r>
              <a:t>email_campaigns: id, user_id, name, template_id, status</a:t>
            </a:r>
          </a:p>
          <a:p>
            <a:pPr>
              <a:defRPr sz="2400"/>
            </a:pPr>
            <a:r>
              <a:t>audit_logs: id, user_id, action, resource_type, timestamp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Core Business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Single Card Scan: Upload → Validate → AI Extract → Preview → Save</a:t>
            </a:r>
          </a:p>
          <a:p>
            <a:pPr>
              <a:defRPr sz="2400"/>
            </a:pPr>
            <a:r>
              <a:t>Group Photo Scan: Upload → Enterprise Check → Multi-Extract → Batch Save</a:t>
            </a:r>
          </a:p>
          <a:p>
            <a:pPr>
              <a:defRPr sz="2400"/>
            </a:pPr>
            <a:r>
              <a:t>Contact Management: Search → Edit → Tag Events → Export → Enrich</a:t>
            </a:r>
          </a:p>
          <a:p>
            <a:pPr>
              <a:defRPr sz="2400"/>
            </a:pPr>
            <a:r>
              <a:t>AI Follow-up: Select Contact → Generate Draft → Customize → Send</a:t>
            </a:r>
          </a:p>
          <a:p>
            <a:pPr>
              <a:defRPr sz="2400"/>
            </a:pPr>
            <a:r>
              <a:t>Email Marketing: Create List → Design Template → Schedule Campaign</a:t>
            </a:r>
          </a:p>
          <a:p>
            <a:pPr>
              <a:defRPr sz="2400"/>
            </a:pPr>
            <a:r>
              <a:t>Billing Upgrade: Select Plan → Razorpay Order → Payment → Unlock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Demo Walkthrough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1. Landing Page &amp; Authentication</a:t>
            </a:r>
          </a:p>
          <a:p>
            <a:pPr>
              <a:defRPr sz="2400"/>
            </a:pPr>
            <a:r>
              <a:t>2. Single Card Scan Demo</a:t>
            </a:r>
          </a:p>
          <a:p>
            <a:pPr>
              <a:defRPr sz="2400"/>
            </a:pPr>
            <a:r>
              <a:t>3. Contacts CRM Overview</a:t>
            </a:r>
          </a:p>
          <a:p>
            <a:pPr>
              <a:defRPr sz="2400"/>
            </a:pPr>
            <a:r>
              <a:t>4. AI Drafts Generation</a:t>
            </a:r>
          </a:p>
          <a:p>
            <a:pPr>
              <a:defRPr sz="2400"/>
            </a:pPr>
            <a:r>
              <a:t>5. Events &amp; Campaign Tagging</a:t>
            </a:r>
          </a:p>
          <a:p>
            <a:pPr>
              <a:defRPr sz="2400"/>
            </a:pPr>
            <a:r>
              <a:t>6. Enterprise Features (if applicable)</a:t>
            </a:r>
          </a:p>
          <a:p>
            <a:pPr>
              <a:defRPr sz="2400"/>
            </a:pPr>
            <a:r>
              <a:t>7. Billing &amp; Plan Upgrade Flow</a:t>
            </a:r>
          </a:p>
          <a:p>
            <a:pPr>
              <a:defRPr sz="2400"/>
            </a:pPr>
            <a:r>
              <a:t>8. Admin Dashboard (Super Admin)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Testing &amp;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Unit Tests: Jest + Supertest for API endpoints</a:t>
            </a:r>
          </a:p>
          <a:p>
            <a:pPr>
              <a:defRPr sz="2400"/>
            </a:pPr>
            <a:r>
              <a:t>Integration Tests: Full workflow testing (scan → save → CRM)</a:t>
            </a:r>
          </a:p>
          <a:p>
            <a:pPr>
              <a:defRPr sz="2400"/>
            </a:pPr>
            <a:r>
              <a:t>AI Pipeline Testing: Fallback mechanism validation</a:t>
            </a:r>
          </a:p>
          <a:p>
            <a:pPr>
              <a:defRPr sz="2400"/>
            </a:pPr>
            <a:r>
              <a:t>UI Testing: Component rendering and user interaction</a:t>
            </a:r>
          </a:p>
          <a:p>
            <a:pPr>
              <a:defRPr sz="2400"/>
            </a:pPr>
            <a:r>
              <a:t>Performance Testing: Batch processing and concurrent users</a:t>
            </a:r>
          </a:p>
          <a:p>
            <a:pPr>
              <a:defRPr sz="2400"/>
            </a:pPr>
            <a:r>
              <a:t>Security Testing: Authentication, authorization, input 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Challenges Faced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AI Accuracy: Implemented multi-level fallback (Gemini → OpenAI → Tesseract)</a:t>
            </a:r>
          </a:p>
          <a:p>
            <a:pPr>
              <a:defRPr sz="2400"/>
            </a:pPr>
            <a:r>
              <a:t>Real-time Processing: Socket.IO for progress updates and collaboration</a:t>
            </a:r>
          </a:p>
          <a:p>
            <a:pPr>
              <a:defRPr sz="2400"/>
            </a:pPr>
            <a:r>
              <a:t>Data Quality: Deduplication algorithms and manual merge workflows</a:t>
            </a:r>
          </a:p>
          <a:p>
            <a:pPr>
              <a:defRPr sz="2400"/>
            </a:pPr>
            <a:r>
              <a:t>Scalability: Queued processing for batch operations</a:t>
            </a:r>
          </a:p>
          <a:p>
            <a:pPr>
              <a:defRPr sz="2400"/>
            </a:pPr>
            <a:r>
              <a:t>Security: JWT authentication, input sanitization, audit logging</a:t>
            </a:r>
          </a:p>
          <a:p>
            <a:pPr>
              <a:defRPr sz="2400"/>
            </a:pPr>
            <a:r>
              <a:t>Offline Capability: Tesseract.js fallback for single-card processing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Future Scope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Mobile App (React Native)</a:t>
            </a:r>
          </a:p>
          <a:p>
            <a:pPr>
              <a:defRPr sz="2400"/>
            </a:pPr>
            <a:r>
              <a:t>Advanced AI: Custom model training, better accuracy</a:t>
            </a:r>
          </a:p>
          <a:p>
            <a:pPr>
              <a:defRPr sz="2400"/>
            </a:pPr>
            <a:r>
              <a:t>Integration APIs: Salesforce, HubSpot, LinkedIn</a:t>
            </a:r>
          </a:p>
          <a:p>
            <a:pPr>
              <a:defRPr sz="2400"/>
            </a:pPr>
            <a:r>
              <a:t>Analytics Dashboard: Lead conversion tracking, ROI metrics</a:t>
            </a:r>
          </a:p>
          <a:p>
            <a:pPr>
              <a:defRPr sz="2400"/>
            </a:pPr>
            <a:r>
              <a:t>Multi-language Support: OCR for international business cards</a:t>
            </a:r>
          </a:p>
          <a:p>
            <a:pPr>
              <a:defRPr sz="2400"/>
            </a:pPr>
            <a:r>
              <a:t>Advanced Compliance: GDPR, CCPA automation tools</a:t>
            </a:r>
          </a:p>
          <a:p>
            <a:pPr>
              <a:defRPr sz="2400"/>
            </a:pPr>
            <a:r>
              <a:t>Workflow Automation: Zapier-style integration builder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Project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Successfully built a comprehensive AI-powered CRM platform</a:t>
            </a:r>
          </a:p>
          <a:p>
            <a:pPr>
              <a:defRPr sz="2400"/>
            </a:pPr>
            <a:r>
              <a:t>End-to-end implementation from concept to working product</a:t>
            </a:r>
          </a:p>
          <a:p>
            <a:pPr>
              <a:defRPr sz="2400"/>
            </a:pPr>
            <a:r>
              <a:t>Modern tech stack with robust architecture and testing</a:t>
            </a:r>
          </a:p>
          <a:p>
            <a:pPr>
              <a:defRPr sz="2400"/>
            </a:pPr>
            <a:r>
              <a:t>Enterprise-ready features with proper security and compliance</a:t>
            </a:r>
          </a:p>
          <a:p>
            <a:pPr>
              <a:defRPr sz="2400"/>
            </a:pPr>
            <a:r>
              <a:t>Scalable foundation for future enhancements and integrations</a:t>
            </a:r>
          </a:p>
          <a:p>
            <a:pPr>
              <a:defRPr sz="2400"/>
            </a:pPr>
            <a:r>
              <a:t>Real-world solution addressing actual business pain 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/>
            </a:pPr>
            <a:r>
              <a:t>Thank you for your attention!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We welcome your questions and feedback.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Project Repository: Available for demonstration</a:t>
            </a:r>
          </a:p>
          <a:p>
            <a:pPr>
              <a:defRPr sz="2400"/>
            </a:pPr>
            <a:r>
              <a:t>Live Demo: Ready for walkthrough</a:t>
            </a:r>
          </a:p>
          <a:p>
            <a:pPr>
              <a:defRPr sz="2400"/>
            </a:pPr>
            <a:r>
              <a:t>Documentation: Complete technical documentation prepared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